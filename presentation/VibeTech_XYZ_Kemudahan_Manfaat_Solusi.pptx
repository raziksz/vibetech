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22960"/>
            <a:ext cx="10362895" cy="5212080"/>
          </a:xfrm>
          <a:prstGeom prst="roundRect">
            <a:avLst>
              <a:gd name="adj" fmla="val 4386"/>
            </a:avLst>
          </a:prstGeom>
          <a:solidFill>
            <a:srgbClr val="0E1428"/>
          </a:solidFill>
          <a:ln w="25400">
            <a:solidFill>
              <a:srgbClr val="7C4DFF"/>
            </a:solidFill>
            <a:prstDash val="solid"/>
          </a:ln>
        </p:spPr>
      </p:sp>
      <p:pic>
        <p:nvPicPr>
          <p:cNvPr id="3" name="Image 0" descr="D:\vibetech_xyz_sqflite\vibetech_xyz\assets\image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5448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31920" y="14630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VIBETECH XYZ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931920" y="2148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Ekosistem Cloud VPS, WhatsApp Bot &amp; Panel Hosting All-in-One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931920" y="26060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sewa infrastruktur server cepat, praktis, dan aman berbasis Flutter, SQLite, serta AI Assistant dalam satu genggaman.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931920" y="352044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181432"/>
          </a:solidFill>
          <a:ln w="15240">
            <a:solidFill>
              <a:srgbClr val="7C4D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3192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Solusi Terpadu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352044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181432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Kemudahan 1-Klik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503920" y="3520440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181432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Hemat Waktu 90%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931920" y="4937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Developer: Raziek • Versi 2.0.0 (2026)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4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PEMBUKAAN: REALITA LAPANGAN &amp; LATAR BELAKANG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Cerita Nyata di Lapangan: Mengapa VibeTech XYZ Dibuat?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Banyak yang butuh server bot &amp; game, tapi terhalang karena tidak punya kartu kredit dan tidak paham Linux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526280"/>
          </a:xfrm>
          <a:prstGeom prst="roundRect">
            <a:avLst>
              <a:gd name="adj" fmla="val 3636"/>
            </a:avLst>
          </a:prstGeom>
          <a:solidFill>
            <a:srgbClr val="0E1428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Realita Masalah di Lapangan (Pain Point)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75488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Butuh Server Tapi Terbentur Akses: Banyak mahasiswa, pemula, gamer, &amp; pelaku UMKM ingin pasang bot WhatsApp otomatis untuk jualan atau server Minecraft bersama teman.</a:t>
            </a: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Gak Punya Kartu Kredit: Provider cloud luar negeri wajib bayar pakai Kartu Kredit (USD). Mahasiswa &amp; UMKM mayoritas tidak punya CC dan tidak bisa bayar via QRIS / Dana / GoPay.</a:t>
            </a: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Ketergantungan Laptop &amp; Terminal: Setiap kelola server harus buka PC desktop dan mengetik kode Linux SSH yang rumit. Kalau bot mati di jalan, tidak bisa diperbaiki dari HP.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242255" cy="4526280"/>
          </a:xfrm>
          <a:prstGeom prst="roundRect">
            <a:avLst>
              <a:gd name="adj" fmla="val 3636"/>
            </a:avLst>
          </a:prstGeom>
          <a:solidFill>
            <a:srgbClr val="0E14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Makanya Kami Buat VibeTech XYZ!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286000"/>
            <a:ext cx="475488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Solusi 1-Genggaman (Mobile-First): Mengubah proses sewa server cloud yang rumit menjadi semudah belanja online di aplikasi smartphone.</a:t>
            </a: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Bebas Kartu Kredit: Mendukung pembayaran lokal QRIS instan, E-Wallet (GoPay/Dana/OVO), serta potong Saldo VibeWallet tanpa biaya konversi valas.</a:t>
            </a: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Otomatis Tanpa Perlu Jago Linux: Server langsung terbit otomatis (IP, SSH Port, Root Password) dalam waktu &lt;60 detik tanpa harus ketik terminal!</a:t>
            </a: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endParaRPr lang="en-US" sz="10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Didukung Furina AI 24/7: Asisten cerdas yang siap menjawab pertanyaan dan troubleshooting server kapan saja.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4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TANTANGAN PENGGUNA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Kendala Kritis Pengelolaan Server Konvensional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hambatan teknis dan finansial yang dialami pengguna sebelum hadirnya VibeTech XYZ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74720" cy="4526280"/>
          </a:xfrm>
          <a:prstGeom prst="roundRect">
            <a:avLst>
              <a:gd name="adj" fmla="val 4737"/>
            </a:avLst>
          </a:prstGeom>
          <a:solidFill>
            <a:srgbClr val="0E1428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874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A12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⏳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83080" y="19202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81236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9202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KENDALA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2697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Rumit &amp; Manual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24612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Harus menguasai command Linux/SSH rumit dan rentan salah konfigurasi.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Waktu tunggu aktivasi server 1 s/d 24 jam karena verifikasi admin manual.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Tidak ada panduan ramah bagi pemula saat server mengalami kendala.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1600200"/>
            <a:ext cx="3474720" cy="4526280"/>
          </a:xfrm>
          <a:prstGeom prst="roundRect">
            <a:avLst>
              <a:gd name="adj" fmla="val 4737"/>
            </a:avLst>
          </a:prstGeom>
          <a:solidFill>
            <a:srgbClr val="0E142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874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A12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💳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4960" y="19202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8123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9202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KENDALA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17720" y="2697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Pembayaran Ribet &amp; Kaku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324612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Wajib Kartu Kredit internasional (USD) yang sulit dijangkau mahasiswa/UMKM.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Kurs valas tinggi dan beban biaya admin bank yang mahal.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Tidak mendukung pembayaran instan lokal (QRIS, E-Wallet, Virtual Account).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0" y="1600200"/>
            <a:ext cx="3474720" cy="4526280"/>
          </a:xfrm>
          <a:prstGeom prst="roundRect">
            <a:avLst>
              <a:gd name="adj" fmla="val 4737"/>
            </a:avLst>
          </a:prstGeom>
          <a:solidFill>
            <a:srgbClr val="0E1428"/>
          </a:solidFill>
          <a:ln w="19050">
            <a:solidFill>
              <a:srgbClr val="E040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874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A122E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06840" y="192024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181236"/>
          </a:solidFill>
          <a:ln w="10160">
            <a:solidFill>
              <a:srgbClr val="E040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19202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40FB"/>
                </a:solidFill>
              </a:rPr>
              <a:t>KENDALA 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0" y="26974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Layanan Terpecah-pecah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324612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Sewa VPS, Bot WA, &amp; Panel Game harus di vendor dan website terpisah.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Sulit memantau masa aktif tagihan dan riwayat sewa di banyak tempat.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Kredensial server (IP &amp; password) rawan hilang karena dicatat manual.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4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INOVATIF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Terpadu: Otomasi Server dalam 1 Aplikasi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Mentransformasi seluruh kendala konvensional menjadi ekosistem sewa server instan dan otomatis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74720" cy="4526280"/>
          </a:xfrm>
          <a:prstGeom prst="roundRect">
            <a:avLst>
              <a:gd name="adj" fmla="val 4737"/>
            </a:avLst>
          </a:prstGeom>
          <a:solidFill>
            <a:srgbClr val="0E1428"/>
          </a:solidFill>
          <a:ln w="19050">
            <a:solidFill>
              <a:srgbClr val="7C4D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874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A122E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83080" y="192024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81236"/>
          </a:solidFill>
          <a:ln w="10160">
            <a:solidFill>
              <a:srgbClr val="7C4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920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4DFF"/>
                </a:solidFill>
              </a:rPr>
              <a:t>SOLUSI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 Platform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29184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Sewa Cloud VPS KVM, Panel Pterodactyl Singapore, &amp; Bot WhatsApp 24/7 dalam satu antarmuka terpadu tanpa berpindah-pindah website.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600200"/>
            <a:ext cx="3474720" cy="4526280"/>
          </a:xfrm>
          <a:prstGeom prst="roundRect">
            <a:avLst>
              <a:gd name="adj" fmla="val 4737"/>
            </a:avLst>
          </a:prstGeom>
          <a:solidFill>
            <a:srgbClr val="0E1428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874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A122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4960" y="192024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81236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920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</a:rPr>
              <a:t>SOLUSI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17720" y="27432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Auto-Provisioning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329184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Publik, Root Password, dan 8-Digit Pairing Code terbit otomatis dalam hitungan detik setelah checkout terselesaikan.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1600200"/>
            <a:ext cx="3474720" cy="4526280"/>
          </a:xfrm>
          <a:prstGeom prst="roundRect">
            <a:avLst>
              <a:gd name="adj" fmla="val 4737"/>
            </a:avLst>
          </a:prstGeom>
          <a:solidFill>
            <a:srgbClr val="0E14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874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1A12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06840" y="1920240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8123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1920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SOLUSI 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0" y="27432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Furina AI Assistant &amp; SQLite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0" y="329184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 cerdas 24/7 untuk rekomendasi server, cek voucher diskon, dan penyimpanan kredensial aman di database lokal offline-first.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4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ANTARMUKA APLIKASI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Tampilan Utama: Solusi, Kemudahan &amp; Manfaat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Tangkapan layar antarmuka asli Flutter pada 3 fitur kunci penyedia solusi dan efisiensi pengguna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3429000" cy="4800600"/>
          </a:xfrm>
          <a:prstGeom prst="roundRect">
            <a:avLst>
              <a:gd name="adj" fmla="val 4800"/>
            </a:avLst>
          </a:prstGeom>
          <a:solidFill>
            <a:srgbClr val="0E1428"/>
          </a:solidFill>
          <a:ln w="19050">
            <a:solidFill>
              <a:srgbClr val="7C4D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82496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181236"/>
          </a:solidFill>
          <a:ln w="10160">
            <a:solidFill>
              <a:srgbClr val="7C4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82496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TAMPILAN 1 • SOLUSI TERPADU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14400" y="2066544"/>
            <a:ext cx="1664208" cy="4133088"/>
          </a:xfrm>
          <a:prstGeom prst="roundRect">
            <a:avLst>
              <a:gd name="adj" fmla="val 6593"/>
            </a:avLst>
          </a:prstGeom>
          <a:solidFill>
            <a:srgbClr val="060814"/>
          </a:solidFill>
          <a:ln w="12700">
            <a:solidFill>
              <a:srgbClr val="7C4DFF"/>
            </a:solidFill>
            <a:prstDash val="solid"/>
          </a:ln>
        </p:spPr>
      </p:sp>
      <p:pic>
        <p:nvPicPr>
          <p:cNvPr id="9" name="Image 0" descr="D:\vibetech_xyz_sqflite\vibetech_xyz\assets\ss_vibetech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93976"/>
            <a:ext cx="1609344" cy="40782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651760" y="2066544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Saldo Dompet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2651760" y="2441448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Pusat Kendali Ekosistem Server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2651760" y="2743200"/>
            <a:ext cx="144475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Kartu Saldo VibeWallet Rp 10 Juta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Quick Menu 4 Layanan Utama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Monitoring &amp; Banner Portal Admin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651760" y="4773168"/>
            <a:ext cx="1444752" cy="1417320"/>
          </a:xfrm>
          <a:prstGeom prst="rect">
            <a:avLst/>
          </a:prstGeom>
          <a:solidFill>
            <a:srgbClr val="080B18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97480" y="4818888"/>
            <a:ext cx="1353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6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Nilai Solusi: Akses seluruh server dalam 1 genggaman tanpa ribet login banyak web.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4379976" y="1572768"/>
            <a:ext cx="3429000" cy="4800600"/>
          </a:xfrm>
          <a:prstGeom prst="roundRect">
            <a:avLst>
              <a:gd name="adj" fmla="val 4800"/>
            </a:avLst>
          </a:prstGeom>
          <a:solidFill>
            <a:srgbClr val="0E1428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17136" y="1682496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181236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17136" y="1682496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TAMPILAN 2 • KEMUDAHAN BAYAR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17136" y="2066544"/>
            <a:ext cx="1664208" cy="4133088"/>
          </a:xfrm>
          <a:prstGeom prst="roundRect">
            <a:avLst>
              <a:gd name="adj" fmla="val 6593"/>
            </a:avLst>
          </a:prstGeom>
          <a:solidFill>
            <a:srgbClr val="060814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9" name="Image 1" descr="D:\vibetech_xyz_sqflite\vibetech_xyz\assets\ss_vibetech\Pembayar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093976"/>
            <a:ext cx="1609344" cy="40782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254496" y="2066544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&amp; QRIS Instan</a:t>
            </a:r>
            <a:endParaRPr lang="en-US" sz="1020" dirty="0"/>
          </a:p>
        </p:txBody>
      </p:sp>
      <p:sp>
        <p:nvSpPr>
          <p:cNvPr id="21" name="Text 17"/>
          <p:cNvSpPr/>
          <p:nvPr/>
        </p:nvSpPr>
        <p:spPr>
          <a:xfrm>
            <a:off x="6254496" y="2441448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Transaksi Cepat Multi-Channel</a:t>
            </a:r>
            <a:endParaRPr lang="en-US" sz="780" dirty="0"/>
          </a:p>
        </p:txBody>
      </p:sp>
      <p:sp>
        <p:nvSpPr>
          <p:cNvPr id="22" name="Text 18"/>
          <p:cNvSpPr/>
          <p:nvPr/>
        </p:nvSpPr>
        <p:spPr>
          <a:xfrm>
            <a:off x="6254496" y="2743200"/>
            <a:ext cx="144475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 Payment: Saldo / Midtrans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Pembayaran QRIS &amp; E-Wallet Lokal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Proteksi PIN Transaksi 2FA 6-Digit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254496" y="4773168"/>
            <a:ext cx="1444752" cy="1417320"/>
          </a:xfrm>
          <a:prstGeom prst="rect">
            <a:avLst/>
          </a:prstGeom>
          <a:solidFill>
            <a:srgbClr val="080B18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00216" y="4818888"/>
            <a:ext cx="1353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6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Kemudahan: Bayar 1-klik tanpa kartu kredit internasional dan bebas biaya admin.</a:t>
            </a:r>
            <a:endParaRPr lang="en-US" sz="760" dirty="0"/>
          </a:p>
        </p:txBody>
      </p:sp>
      <p:sp>
        <p:nvSpPr>
          <p:cNvPr id="25" name="Shape 21"/>
          <p:cNvSpPr/>
          <p:nvPr/>
        </p:nvSpPr>
        <p:spPr>
          <a:xfrm>
            <a:off x="7982712" y="1572768"/>
            <a:ext cx="3429000" cy="4800600"/>
          </a:xfrm>
          <a:prstGeom prst="roundRect">
            <a:avLst>
              <a:gd name="adj" fmla="val 4800"/>
            </a:avLst>
          </a:prstGeom>
          <a:solidFill>
            <a:srgbClr val="0E14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119872" y="1682496"/>
            <a:ext cx="3154680" cy="310896"/>
          </a:xfrm>
          <a:prstGeom prst="roundRect">
            <a:avLst>
              <a:gd name="adj" fmla="val 23529"/>
            </a:avLst>
          </a:prstGeom>
          <a:solidFill>
            <a:srgbClr val="181236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19872" y="1682496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TAMPILAN 3 • MANFAAT OTOMASI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8119872" y="2066544"/>
            <a:ext cx="1664208" cy="4133088"/>
          </a:xfrm>
          <a:prstGeom prst="roundRect">
            <a:avLst>
              <a:gd name="adj" fmla="val 6593"/>
            </a:avLst>
          </a:prstGeom>
          <a:solidFill>
            <a:srgbClr val="060814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2" descr="D:\vibetech_xyz_sqflite\vibetech_xyz\assets\ss_vibetech\Kartu_layan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2093976"/>
            <a:ext cx="1609344" cy="407822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857232" y="2066544"/>
            <a:ext cx="1444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Kelola Server &amp; Kredensial</a:t>
            </a:r>
            <a:endParaRPr lang="en-US" sz="1020" dirty="0"/>
          </a:p>
        </p:txBody>
      </p:sp>
      <p:sp>
        <p:nvSpPr>
          <p:cNvPr id="31" name="Text 26"/>
          <p:cNvSpPr/>
          <p:nvPr/>
        </p:nvSpPr>
        <p:spPr>
          <a:xfrm>
            <a:off x="9857232" y="2441448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Auto-Provisioning &amp; 1-Tap Copy</a:t>
            </a:r>
            <a:endParaRPr lang="en-US" sz="780" dirty="0"/>
          </a:p>
        </p:txBody>
      </p:sp>
      <p:sp>
        <p:nvSpPr>
          <p:cNvPr id="32" name="Text 27"/>
          <p:cNvSpPr/>
          <p:nvPr/>
        </p:nvSpPr>
        <p:spPr>
          <a:xfrm>
            <a:off x="9857232" y="2743200"/>
            <a:ext cx="144475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IP Publik &amp; SSH Port Siap Pakai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Sensor Mata Root Password Aman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Salin 1-Tap Kredensial ke Clipboard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9857232" y="4773168"/>
            <a:ext cx="1444752" cy="1417320"/>
          </a:xfrm>
          <a:prstGeom prst="rect">
            <a:avLst/>
          </a:prstGeom>
          <a:solidFill>
            <a:srgbClr val="080B18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902952" y="4818888"/>
            <a:ext cx="1353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6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Manfaat: Server siap pakai &lt;60 detik, hemat waktu 90% tanpa setup manual.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4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&amp; VALUE 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Kemudahan Pengguna &amp; Manfaat Nyata Aplikasi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Kombinasi kemudahan operasional dan efisiensi biaya maksimal bagi pengguna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526280"/>
          </a:xfrm>
          <a:prstGeom prst="roundRect">
            <a:avLst>
              <a:gd name="adj" fmla="val 3636"/>
            </a:avLst>
          </a:prstGeom>
          <a:solidFill>
            <a:srgbClr val="0E1428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Kemudahan Pengguna (Ease of Use)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Login 1-Klik: Google Sign-In &amp; Biometrik (Fingerprint/Face ID).</a:t>
            </a:r>
            <a:endParaRPr lang="en-US" sz="1080" dirty="0"/>
          </a:p>
          <a:p>
            <a:pPr indent="0" marL="0">
              <a:lnSpc>
                <a:spcPts val="1500"/>
              </a:lnSpc>
              <a:buNone/>
            </a:pPr>
            <a:endParaRPr lang="en-US" sz="10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Bayar Otomatis: QRIS Instan, GoPay, DANA, OVO, &amp; Bank VA.</a:t>
            </a:r>
            <a:endParaRPr lang="en-US" sz="1080" dirty="0"/>
          </a:p>
          <a:p>
            <a:pPr indent="0" marL="0">
              <a:lnSpc>
                <a:spcPts val="1500"/>
              </a:lnSpc>
              <a:buNone/>
            </a:pPr>
            <a:endParaRPr lang="en-US" sz="10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 Self-Service 1-Tap: Salin IP, root password, &amp; pairing code instan.</a:t>
            </a:r>
            <a:endParaRPr lang="en-US" sz="1080" dirty="0"/>
          </a:p>
          <a:p>
            <a:pPr indent="0" marL="0">
              <a:lnSpc>
                <a:spcPts val="1500"/>
              </a:lnSpc>
              <a:buNone/>
            </a:pPr>
            <a:endParaRPr lang="en-US" sz="10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🎟️ Diskon Instan: Voucher promo otomatis &amp; saldo dompet internal.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242255" cy="4526280"/>
          </a:xfrm>
          <a:prstGeom prst="roundRect">
            <a:avLst>
              <a:gd name="adj" fmla="val 3636"/>
            </a:avLst>
          </a:prstGeom>
          <a:solidFill>
            <a:srgbClr val="0E142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Manfaat Nyata (Key Benefits)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Hemat Waktu 90%: Server langsung aktif dalam &lt;60 detik.</a:t>
            </a:r>
            <a:endParaRPr lang="en-US" sz="1080" dirty="0"/>
          </a:p>
          <a:p>
            <a:pPr indent="0" marL="0">
              <a:lnSpc>
                <a:spcPts val="1500"/>
              </a:lnSpc>
              <a:buNone/>
            </a:pPr>
            <a:endParaRPr lang="en-US" sz="10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Hemat Biaya: Harga terjangkau + promo diskon berkala.</a:t>
            </a:r>
            <a:endParaRPr lang="en-US" sz="1080" dirty="0"/>
          </a:p>
          <a:p>
            <a:pPr indent="0" marL="0">
              <a:lnSpc>
                <a:spcPts val="1500"/>
              </a:lnSpc>
              <a:buNone/>
            </a:pPr>
            <a:endParaRPr lang="en-US" sz="10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Aman Terjamin: PIN Transaksi 6 Digit &amp; audit login history.</a:t>
            </a:r>
            <a:endParaRPr lang="en-US" sz="1080" dirty="0"/>
          </a:p>
          <a:p>
            <a:pPr indent="0" marL="0">
              <a:lnSpc>
                <a:spcPts val="1500"/>
              </a:lnSpc>
              <a:buNone/>
            </a:pPr>
            <a:endParaRPr lang="en-US" sz="108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Multi-Platform: Sinkronisasi cloud di Android, Windows &amp; Web.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4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&amp; MULAI SEKARANG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Mulai Bersama VibeTech XYZ Hari Ini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Sewa dan kelola server impian Anda secara instan tanpa ribet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526280"/>
          </a:xfrm>
          <a:prstGeom prst="roundRect">
            <a:avLst>
              <a:gd name="adj" fmla="val 3636"/>
            </a:avLst>
          </a:prstGeom>
          <a:solidFill>
            <a:srgbClr val="0E1428"/>
          </a:solidFill>
          <a:ln w="1905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Mengapa Memilih VibeTech XYZ?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Cepat: Kredensial aktif seketika setelah checkout.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👌 Praktis: Kendalikan server langsung dari smartphone/PC.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Fleksibel: Dukung pembayaran lokal QRIS &amp; E-Wallet.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Cerdas: Didukung Furina AI 24/7.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242255" cy="4526280"/>
          </a:xfrm>
          <a:prstGeom prst="roundRect">
            <a:avLst>
              <a:gd name="adj" fmla="val 3636"/>
            </a:avLst>
          </a:prstGeom>
          <a:solidFill>
            <a:srgbClr val="151C36"/>
          </a:solidFill>
          <a:ln w="22860">
            <a:solidFill>
              <a:srgbClr val="E040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82880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26123D"/>
          </a:solidFill>
          <a:ln w="15240">
            <a:solidFill>
              <a:srgbClr val="E040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965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4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PROMO SPESIAL DISKON 30%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0" y="2286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Voucher: VIBESERVER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06324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Website: vibetech.xyz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WhatsApp: +62 878-8587-3325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✉️ Email: support@vibetech.xyz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Akun Demo: demouser / password123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VibeTech XYZ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VibeTech XYZ - Pendahuluan, Masalah Lapangan, Solusi, Kemudahan &amp; Manfaat</dc:title>
  <dc:subject>PptxGenJS Presentation</dc:subject>
  <dc:creator>Raziek</dc:creator>
  <cp:lastModifiedBy>Raziek</cp:lastModifiedBy>
  <cp:revision>1</cp:revision>
  <dcterms:created xsi:type="dcterms:W3CDTF">2026-08-28T06:42:49Z</dcterms:created>
  <dcterms:modified xsi:type="dcterms:W3CDTF">2026-08-28T06:42:49Z</dcterms:modified>
</cp:coreProperties>
</file>